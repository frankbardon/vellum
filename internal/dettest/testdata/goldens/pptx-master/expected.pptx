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6"/>
  </p:sldMasterIdLst>
  <p:notesMasterIdLst>
    <p:notesMasterId r:id="rId1"/>
  </p:notesMasterIdLst>
  <p:sldIdLst>
    <p:sldId id="256" r:id="rId3"/>
    <p:sldId id="257" r:id="rId4"/>
    <p:sldId id="258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notesMaster" Target="notesMasters/notes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Master" Target="slideMasters/slideMaster1.xml"/><Relationship Id="rId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571500" y="4572000"/>
            <a:ext cx="5715000" cy="30480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>
      <a:buNone/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The master, the layouts and the theme part were all written from the theme document.</a:t>
            </a:r>
          </a:p>
          <a:p/>
          <a:p>
            <a:r>
              <a:t xml:space="preserve">Nothing here was copied from a shipped package.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1695450"/>
            <a:ext cx="11277600" cy="1981200"/>
          </a:xfrm>
          <a:prstGeom prst="rect">
            <a:avLst/>
          </a:prstGeom>
        </p:spPr>
        <p:txBody>
          <a:bodyPr anchor="ctr"/>
          <a:lstStyle/>
          <a:p>
            <a:pPr algn="ctr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457200" y="3676650"/>
            <a:ext cx="11277600" cy="14859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endParaRPr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19200"/>
          </a:xfrm>
          <a:prstGeom prst="rect">
            <a:avLst/>
          </a:prstGeom>
        </p:spPr>
        <p:txBody>
          <a:bodyPr anchor="b"/>
          <a:lstStyle/>
          <a:p>
            <a:pPr algn="l"/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57200" y="1752600"/>
            <a:ext cx="11277600" cy="4648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19200"/>
          </a:xfrm>
          <a:prstGeom prst="rect">
            <a:avLst/>
          </a:prstGeom>
        </p:spPr>
        <p:txBody>
          <a:bodyPr anchor="b"/>
          <a:lstStyle/>
          <a:p>
            <a:pPr algn="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19200"/>
          </a:xfrm>
          <a:prstGeom prst="rect">
            <a:avLst/>
          </a:prstGeom>
        </p:spPr>
        <p:txBody>
          <a:bodyPr anchor="b"/>
          <a:lstStyle/>
          <a:p>
            <a:pPr algn="l"/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57200" y="1752600"/>
            <a:ext cx="11277600" cy="4648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lnSpc>
          <a:spcPct val="120000"/>
        </a:lnSpc>
        <a:buNone/>
        <a:defRPr sz="4000">
          <a:solidFill>
            <a:schemeClr val="tx2"/>
          </a:solidFill>
          <a:latin typeface="+mj-lt"/>
        </a:defRPr>
      </a:lvl1pPr>
    </p:titleStyle>
    <p:bodyStyle>
      <a:lvl1pPr algn="l">
        <a:lnSpc>
          <a:spcPct val="120000"/>
        </a:lnSpc>
        <a:spcBef>
          <a:spcPts val="600"/>
        </a:spcBef>
        <a:buNone/>
        <a:defRPr sz="2000">
          <a:solidFill>
            <a:schemeClr val="tx1"/>
          </a:solidFill>
          <a:latin typeface="+mn-lt"/>
        </a:defRPr>
      </a:lvl1pPr>
      <a:lvl2pPr marL="228600" algn="l">
        <a:lnSpc>
          <a:spcPct val="120000"/>
        </a:lnSpc>
        <a:spcBef>
          <a:spcPts val="600"/>
        </a:spcBef>
        <a:buNone/>
        <a:defRPr sz="1800">
          <a:solidFill>
            <a:schemeClr val="tx1"/>
          </a:solidFill>
          <a:latin typeface="+mn-lt"/>
        </a:defRPr>
      </a:lvl2pPr>
      <a:lvl3pPr marL="406400" algn="l">
        <a:lnSpc>
          <a:spcPct val="120000"/>
        </a:lnSpc>
        <a:spcBef>
          <a:spcPts val="600"/>
        </a:spcBef>
        <a:buNone/>
        <a:defRPr sz="1600">
          <a:solidFill>
            <a:schemeClr val="tx1"/>
          </a:solidFill>
          <a:latin typeface="+mn-lt"/>
        </a:defRPr>
      </a:lvl3pPr>
      <a:lvl4pPr marL="609600" algn="l">
        <a:lnSpc>
          <a:spcPct val="120000"/>
        </a:lnSpc>
        <a:spcBef>
          <a:spcPts val="600"/>
        </a:spcBef>
        <a:buNone/>
        <a:defRPr sz="1600">
          <a:solidFill>
            <a:schemeClr val="tx1"/>
          </a:solidFill>
          <a:latin typeface="+mn-lt"/>
        </a:defRPr>
      </a:lvl4pPr>
      <a:lvl5pPr marL="812800" algn="l">
        <a:lnSpc>
          <a:spcPct val="120000"/>
        </a:lnSpc>
        <a:spcBef>
          <a:spcPts val="600"/>
        </a:spcBef>
        <a:buNone/>
        <a:defRPr sz="1600">
          <a:solidFill>
            <a:schemeClr val="tx1"/>
          </a:solidFill>
          <a:latin typeface="+mn-lt"/>
        </a:defRPr>
      </a:lvl5pPr>
      <a:lvl6pPr marL="1016000" algn="l">
        <a:lnSpc>
          <a:spcPct val="120000"/>
        </a:lnSpc>
        <a:spcBef>
          <a:spcPts val="600"/>
        </a:spcBef>
        <a:buNone/>
        <a:defRPr sz="1600">
          <a:solidFill>
            <a:schemeClr val="tx1"/>
          </a:solidFill>
          <a:latin typeface="+mn-lt"/>
        </a:defRPr>
      </a:lvl6pPr>
      <a:lvl7pPr marL="1219200" algn="l">
        <a:lnSpc>
          <a:spcPct val="120000"/>
        </a:lnSpc>
        <a:spcBef>
          <a:spcPts val="600"/>
        </a:spcBef>
        <a:buNone/>
        <a:defRPr sz="1600">
          <a:solidFill>
            <a:schemeClr val="tx1"/>
          </a:solidFill>
          <a:latin typeface="+mn-lt"/>
        </a:defRPr>
      </a:lvl7pPr>
      <a:lvl8pPr marL="1422400" algn="l">
        <a:lnSpc>
          <a:spcPct val="120000"/>
        </a:lnSpc>
        <a:spcBef>
          <a:spcPts val="600"/>
        </a:spcBef>
        <a:buNone/>
        <a:defRPr sz="1600">
          <a:solidFill>
            <a:schemeClr val="tx1"/>
          </a:solidFill>
          <a:latin typeface="+mn-lt"/>
        </a:defRPr>
      </a:lvl8pPr>
      <a:lvl9pPr marL="1625600" algn="l">
        <a:lnSpc>
          <a:spcPct val="120000"/>
        </a:lnSpc>
        <a:spcBef>
          <a:spcPts val="600"/>
        </a:spcBef>
        <a:buNone/>
        <a:defRPr sz="1600">
          <a:solidFill>
            <a:schemeClr val="tx1"/>
          </a:solidFill>
          <a:latin typeface="+mn-lt"/>
        </a:defRPr>
      </a:lvl9pPr>
    </p:bodyStyle>
    <p:otherStyle>
      <a:lvl1pPr algn="l">
        <a:lnSpc>
          <a:spcPct val="120000"/>
        </a:lnSpc>
        <a:buNone/>
        <a:defRPr sz="20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Authored From The Theme</a:t>
            </a:r>
          </a:p>
        </p:txBody>
      </p:sp>
      <p:sp>
        <p:nvSpPr>
          <p:cNvPr id="3" name="TextBox 3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No template ships with this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Three content models</a:t>
            </a:r>
          </a:p>
        </p:txBody>
      </p:sp>
      <p:sp>
        <p:nvSpPr>
          <p:cNvPr id="3" name="TextBox 3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spec is unresolved and hashable</a:t>
            </a:r>
          </a:p>
          <a:p>
            <a:pPr lvl="1"/>
            <a:r>
              <a:t xml:space="preserve">theme by reference, values untyped</a:t>
            </a:r>
          </a:p>
          <a:p>
            <a:r>
              <a:t xml:space="preserve">fragment is resolved and format neutral</a:t>
            </a:r>
          </a:p>
          <a:p>
            <a:pPr lvl="1"/>
            <a:r>
              <a:t xml:space="preserve">every length in EMU</a:t>
            </a:r>
          </a:p>
          <a:p>
            <a:r>
              <a:t xml:space="preserve">doc, sheet, deck and pdf are laid 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Declared, not emergent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llum">
  <a:themeElements>
    <a:clrScheme name="Vellum">
      <a:dk1>
        <a:srgbClr val="1A1A1A"/>
      </a:dk1>
      <a:lt1>
        <a:srgbClr val="FFFFFF"/>
      </a:lt1>
      <a:dk2>
        <a:srgbClr val="0B3D91"/>
      </a:dk2>
      <a:lt2>
        <a:srgbClr val="F2F2F2"/>
      </a:lt2>
      <a:accent1>
        <a:srgbClr val="0B3D91"/>
      </a:accent1>
      <a:accent2>
        <a:srgbClr val="C8102E"/>
      </a:accent2>
      <a:accent3>
        <a:srgbClr val="007A5E"/>
      </a:accent3>
      <a:accent4>
        <a:srgbClr val="F2A900"/>
      </a:accent4>
      <a:accent5>
        <a:srgbClr val="6B4E9B"/>
      </a:accent5>
      <a:accent6>
        <a:srgbClr val="5B6770"/>
      </a:accent6>
      <a:hlink>
        <a:srgbClr val="0B3D91"/>
      </a:hlink>
      <a:folHlink>
        <a:srgbClr val="6B4E9B"/>
      </a:folHlink>
    </a:clrScheme>
    <a:fontScheme name="Vellum">
      <a:majorFont>
        <a:latin typeface="Helvetica Neue"/>
        <a:ea typeface=""/>
        <a:cs typeface=""/>
      </a:majorFont>
      <a:minorFont>
        <a:latin typeface="Helvetica"/>
        <a:ea typeface=""/>
        <a:cs typeface=""/>
      </a:minorFont>
    </a:fontScheme>
    <a:fmtScheme name="Vellu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ellum">
  <a:themeElements>
    <a:clrScheme name="Vellum">
      <a:dk1>
        <a:srgbClr val="1A1A1A"/>
      </a:dk1>
      <a:lt1>
        <a:srgbClr val="FFFFFF"/>
      </a:lt1>
      <a:dk2>
        <a:srgbClr val="0B3D91"/>
      </a:dk2>
      <a:lt2>
        <a:srgbClr val="F2F2F2"/>
      </a:lt2>
      <a:accent1>
        <a:srgbClr val="0B3D91"/>
      </a:accent1>
      <a:accent2>
        <a:srgbClr val="C8102E"/>
      </a:accent2>
      <a:accent3>
        <a:srgbClr val="007A5E"/>
      </a:accent3>
      <a:accent4>
        <a:srgbClr val="F2A900"/>
      </a:accent4>
      <a:accent5>
        <a:srgbClr val="6B4E9B"/>
      </a:accent5>
      <a:accent6>
        <a:srgbClr val="5B6770"/>
      </a:accent6>
      <a:hlink>
        <a:srgbClr val="0B3D91"/>
      </a:hlink>
      <a:folHlink>
        <a:srgbClr val="6B4E9B"/>
      </a:folHlink>
    </a:clrScheme>
    <a:fontScheme name="Vellum">
      <a:majorFont>
        <a:latin typeface="Helvetica Neue"/>
        <a:ea typeface=""/>
        <a:cs typeface=""/>
      </a:majorFont>
      <a:minorFont>
        <a:latin typeface="Helvetica"/>
        <a:ea typeface=""/>
        <a:cs typeface=""/>
      </a:minorFont>
    </a:fontScheme>
    <a:fmtScheme name="Vellu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Vellum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Authored From The Theme</dc:title>
  <dcterms:created xsi:type="dcterms:W3CDTF">1980-01-01T00:00:00Z</dcterms:created>
  <dcterms:modified xsi:type="dcterms:W3CDTF">1980-01-01T00:00:00Z</dcterms:modified>
</cp:coreProperties>
</file>