
<file path=[Content_Types].xml><?xml version="1.0" encoding="utf-8"?>
<Types xmlns="http://schemas.openxmlformats.org/package/2006/content-types">
  <Default Extension="rels" ContentType="application/vnd.openxmlformats-package.relationship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-fill1.xml" ContentType="application/vnd.openxmlformats-officedocument.presentationml.slide+xml"/>
  <Override PartName="/ppt/slides/slide2-fill2.xml" ContentType="application/vnd.openxmlformats-officedocument.presentationml.slide+xml"/>
  <Override PartName="/ppt/slides/slide2-fill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8" r:id="rId3"/>
    <p:sldId id="259" r:id="rId4"/>
    <p:sldId id="260" r:id="rI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2-fill1.xml"/><Relationship Id="rId4" Type="http://schemas.openxmlformats.org/officeDocument/2006/relationships/slide" Target="slides/slide2-fill2.xml"/><Relationship Id="rId5" Type="http://schemas.openxmlformats.org/officeDocument/2006/relationships/slide" Target="slides/slide2-fill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ustomer_name"/>
          <p:cNvSpPr/>
          <p:nvPr/>
        </p:nvSpPr>
        <p:spPr/>
        <p:txBody>
          <a:bodyPr/>
          <a:p>
            <a:r>
              <a:t>Acme &amp; Co.</a:t>
            </a:r>
          </a:p>
        </p:txBody>
      </p:sp>
    </p:spTree>
  </p:cSld>
  <p:clrMapOvr>
    <a:masterClrMapping/>
  </p:clrMapOvr>
</p:sld>
</file>

<file path=ppt/slides/slide2-fill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item_name"/>
          <p:cNvSpPr/>
          <p:nvPr/>
        </p:nvSpPr>
        <p:spPr/>
        <p:txBody>
          <a:bodyPr/>
          <a:p>
            <a:r>
              <a:t>Widget</a:t>
            </a:r>
          </a:p>
        </p:txBody>
      </p:sp>
    </p:spTree>
  </p:cSld>
  <p:clrMapOvr>
    <a:masterClrMapping/>
  </p:clrMapOvr>
</p:sld>
</file>

<file path=ppt/slides/slide2-fill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item_name"/>
          <p:cNvSpPr/>
          <p:nvPr/>
        </p:nvSpPr>
        <p:spPr/>
        <p:txBody>
          <a:bodyPr/>
          <a:p>
            <a:r>
              <a:t>Gadget</a:t>
            </a:r>
          </a:p>
        </p:txBody>
      </p:sp>
    </p:spTree>
  </p:cSld>
  <p:clrMapOvr>
    <a:masterClrMapping/>
  </p:clrMapOvr>
</p:sld>
</file>

<file path=ppt/slides/slide2-fill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item_name"/>
          <p:cNvSpPr/>
          <p:nvPr/>
        </p:nvSpPr>
        <p:spPr/>
        <p:txBody>
          <a:bodyPr/>
          <a:p>
            <a:r>
              <a:t>Sprocket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item_name"/>
          <p:cNvSpPr/>
          <p:nvPr/>
        </p:nvSpPr>
        <p:spPr/>
        <p:txBody>
          <a:bodyPr/>
          <a:p>
            <a:r>
              <a:t>placeholder</a:t>
            </a:r>
          </a:p>
        </p:txBody>
      </p:sp>
    </p:spTree>
  </p:cSld>
  <p:clrMapOvr>
    <a:masterClrMapping/>
  </p:clrMapOvr>
</p:sld>
</file>