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png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notesMasterIdLst>
    <p:notesMasterId r:id="rId1"/>
  </p:notesMasterIdLst>
  <p:sldIdLst>
    <p:sldId id="256" r:id="rId3"/>
    <p:sldId id="257" r:id="rId4"/>
    <p:sldId id="258" r:id="rId5"/>
    <p:sldId id="259" r:id="rId6"/>
  </p:sldIdLst>
  <p:sldSz cx="1219169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notesMaster" Target="notesMasters/notes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Master" Target="slideMasters/slideMaster1.xml"/><Relationship Id="rId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571500" y="4572000"/>
            <a:ext cx="5715000" cy="30480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>
      <a:buNone/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Do not read the slide. Say why the fragment earns its place.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48640" y="2202180"/>
            <a:ext cx="11094415" cy="1767840"/>
          </a:xfrm>
          <a:prstGeom prst="rect">
            <a:avLst/>
          </a:prstGeom>
        </p:spPr>
        <p:txBody>
          <a:bodyPr anchor="ctr"/>
          <a:lstStyle/>
          <a:p>
            <a:pPr algn="ctr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548640" y="3970020"/>
            <a:ext cx="11094415" cy="132588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endParaRPr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097280"/>
            <a:ext cx="11094415" cy="609600"/>
          </a:xfrm>
          <a:prstGeom prst="rect">
            <a:avLst/>
          </a:prstGeom>
        </p:spPr>
        <p:txBody>
          <a:bodyPr anchor="b"/>
          <a:lstStyle/>
          <a:p>
            <a:pPr algn="l"/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548640" y="1757680"/>
            <a:ext cx="11094415" cy="464312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097280"/>
            <a:ext cx="11094415" cy="609600"/>
          </a:xfrm>
          <a:prstGeom prst="rect">
            <a:avLst/>
          </a:prstGeom>
        </p:spPr>
        <p:txBody>
          <a:bodyPr anchor="b"/>
          <a:lstStyle/>
          <a:p>
            <a:pPr algn="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097280"/>
            <a:ext cx="11094415" cy="609600"/>
          </a:xfrm>
          <a:prstGeom prst="rect">
            <a:avLst/>
          </a:prstGeom>
        </p:spPr>
        <p:txBody>
          <a:bodyPr anchor="b"/>
          <a:lstStyle/>
          <a:p>
            <a:pPr algn="l"/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548640" y="1757680"/>
            <a:ext cx="11094415" cy="464312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>
        <a:lnSpc>
          <a:spcPct val="120000"/>
        </a:lnSpc>
        <a:buNone/>
        <a:defRPr sz="2000" b="1">
          <a:solidFill>
            <a:schemeClr val="tx2"/>
          </a:solidFill>
          <a:latin typeface="+mj-lt"/>
        </a:defRPr>
      </a:lvl1pPr>
    </p:titleStyle>
    <p:bodyStyle>
      <a:lvl1pPr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1pPr>
      <a:lvl2pPr marL="1397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2pPr>
      <a:lvl3pPr marL="2794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3pPr>
      <a:lvl4pPr marL="4191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4pPr>
      <a:lvl5pPr marL="5588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5pPr>
      <a:lvl6pPr marL="6985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6pPr>
      <a:lvl7pPr marL="8382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7pPr>
      <a:lvl8pPr marL="9779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8pPr>
      <a:lvl9pPr marL="11176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9pPr>
    </p:bodyStyle>
    <p:otherStyle>
      <a:lvl1pPr algn="l">
        <a:lnSpc>
          <a:spcPct val="120000"/>
        </a:lnSpc>
        <a:buNone/>
        <a:defRPr sz="11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Composed to a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Three content models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spec is unresolved and hashable.</a:t>
            </a:r>
          </a:p>
          <a:p>
            <a:r>
              <a:rPr i="1">
                <a:solidFill>
                  <a:schemeClr val="accent1"/>
                </a:solidFill>
              </a:rPr>
              <a:t xml:space="preserve">fragment is resolved and format neutral.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Three content models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doc, sheet, deck and pdf are laid out.</a:t>
            </a:r>
          </a:p>
          <a:p>
            <a:pPr>
              <a:buNone/>
            </a:pPr>
            <a:endParaRPr sz="1800"/>
          </a:p>
          <a:p>
            <a:r>
              <a:t xml:space="preserve">Each is public, so format-specific reach exists.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1600"/>
              <a:t xml:space="preserve">Evidence</a:t>
            </a:r>
          </a:p>
        </p:txBody>
      </p:sp>
      <p:pic>
        <p:nvPicPr>
          <p:cNvPr id="3" name="Picture" descr="a placeholder ra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27480"/>
            <a:ext cx="11094415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">
      <a:dk1>
        <a:srgbClr val="1A1A1A"/>
      </a:dk1>
      <a:lt1>
        <a:srgbClr val="FFFFFF"/>
      </a:lt1>
      <a:dk2>
        <a:srgbClr val="111111"/>
      </a:dk2>
      <a:lt2>
        <a:srgbClr val="F4F6F8"/>
      </a:lt2>
      <a:accent1>
        <a:srgbClr val="1F4E79"/>
      </a:accent1>
      <a:accent2>
        <a:srgbClr val="1F4E79"/>
      </a:accent2>
      <a:accent3>
        <a:srgbClr val="6B6B6B"/>
      </a:accent3>
      <a:accent4>
        <a:srgbClr val="D0D0D0"/>
      </a:accent4>
      <a:accent5>
        <a:srgbClr val="FFFFFF"/>
      </a:accent5>
      <a:accent6>
        <a:srgbClr val="FFFFFF"/>
      </a:accent6>
      <a:hlink>
        <a:srgbClr val="1F4E79"/>
      </a:hlink>
      <a:folHlink>
        <a:srgbClr val="6B6B6B"/>
      </a:folHlink>
    </a:clrScheme>
    <a:fontScheme name="default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1A1A1A"/>
      </a:dk1>
      <a:lt1>
        <a:srgbClr val="FFFFFF"/>
      </a:lt1>
      <a:dk2>
        <a:srgbClr val="111111"/>
      </a:dk2>
      <a:lt2>
        <a:srgbClr val="F4F6F8"/>
      </a:lt2>
      <a:accent1>
        <a:srgbClr val="1F4E79"/>
      </a:accent1>
      <a:accent2>
        <a:srgbClr val="1F4E79"/>
      </a:accent2>
      <a:accent3>
        <a:srgbClr val="6B6B6B"/>
      </a:accent3>
      <a:accent4>
        <a:srgbClr val="D0D0D0"/>
      </a:accent4>
      <a:accent5>
        <a:srgbClr val="FFFFFF"/>
      </a:accent5>
      <a:accent6>
        <a:srgbClr val="FFFFFF"/>
      </a:accent6>
      <a:hlink>
        <a:srgbClr val="1F4E79"/>
      </a:hlink>
      <a:folHlink>
        <a:srgbClr val="6B6B6B"/>
      </a:folHlink>
    </a:clrScheme>
    <a:fontScheme name="default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Vellum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Composed to a Deck</dc:title>
  <dcterms:created xsi:type="dcterms:W3CDTF">1980-01-01T00:00:00Z</dcterms:created>
  <dcterms:modified xsi:type="dcterms:W3CDTF">1980-01-01T00:00:00Z</dcterms:modified>
</cp:coreProperties>
</file>