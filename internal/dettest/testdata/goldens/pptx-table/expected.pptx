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2"/>
    <p:sldId id="257" r:id="rId3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Vellum Table">
    <a:wholeTbl>
      <a:tcTxStyle>
        <a:fontRef idx="minor">
          <a:scrgbClr r="0" g="0" b="0"/>
        </a:fontRef>
        <a:schemeClr val="tx1"/>
      </a:tcTxStyle>
      <a:tcStyle>
        <a:tcBdr>
          <a:left>
            <a:ln w="6350" cmpd="sng">
              <a:solidFill>
                <a:schemeClr val="accent4"/>
              </a:solidFill>
            </a:ln>
          </a:left>
          <a:right>
            <a:ln w="6350" cmpd="sng">
              <a:solidFill>
                <a:schemeClr val="accent4"/>
              </a:solidFill>
            </a:ln>
          </a:right>
          <a:top>
            <a:ln w="6350" cmpd="sng">
              <a:solidFill>
                <a:schemeClr val="accent4"/>
              </a:solidFill>
            </a:ln>
          </a:top>
          <a:bottom>
            <a:ln w="6350" cmpd="sng">
              <a:solidFill>
                <a:schemeClr val="accent4"/>
              </a:solidFill>
            </a:ln>
          </a:bottom>
          <a:insideH>
            <a:ln w="6350" cmpd="sng">
              <a:solidFill>
                <a:schemeClr val="accent4"/>
              </a:solidFill>
            </a:ln>
          </a:insideH>
          <a:insideV>
            <a:ln w="635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fill>
          <a:solidFill>
            <a:schemeClr val="bg2"/>
          </a:solidFill>
        </a:fill>
      </a:tcStyle>
    </a:band1H>
    <a:firstRow>
      <a:tcTxStyle b="on">
        <a:fontRef idx="minor">
          <a:scrgbClr r="0" g="0" b="0"/>
        </a:fontRef>
        <a:schemeClr val="accent6"/>
      </a:tcTxStyle>
      <a:tcStyle>
        <a:tcBdr>
          <a:left>
            <a:ln w="6350" cmpd="sng">
              <a:solidFill>
                <a:schemeClr val="accent4"/>
              </a:solidFill>
            </a:ln>
          </a:left>
          <a:right>
            <a:ln w="6350" cmpd="sng">
              <a:solidFill>
                <a:schemeClr val="accent4"/>
              </a:solidFill>
            </a:ln>
          </a:right>
          <a:top>
            <a:ln w="6350" cmpd="sng">
              <a:solidFill>
                <a:schemeClr val="accent4"/>
              </a:solidFill>
            </a:ln>
          </a:top>
          <a:bottom>
            <a:ln w="6350" cmpd="sng">
              <a:solidFill>
                <a:schemeClr val="accent4"/>
              </a:solidFill>
            </a:ln>
          </a:bottom>
          <a:insideH>
            <a:ln w="6350" cmpd="sng">
              <a:solidFill>
                <a:schemeClr val="accent4"/>
              </a:solidFill>
            </a:ln>
          </a:insideH>
          <a:insideV>
            <a:ln w="6350" cmpd="sng">
              <a:solidFill>
                <a:schemeClr val="accent4"/>
              </a:solidFill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8640" y="2202180"/>
            <a:ext cx="11094415" cy="1767840"/>
          </a:xfrm>
          <a:prstGeom prst="rect">
            <a:avLst/>
          </a:prstGeom>
        </p:spPr>
        <p:txBody>
          <a:bodyPr anchor="ctr"/>
          <a:lstStyle/>
          <a:p>
            <a:pPr algn="ctr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48640" y="3970020"/>
            <a:ext cx="11094415" cy="132588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endParaRPr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48640" y="1757680"/>
            <a:ext cx="11094415" cy="464312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97280"/>
            <a:ext cx="11094415" cy="609600"/>
          </a:xfrm>
          <a:prstGeom prst="rect">
            <a:avLst/>
          </a:prstGeom>
        </p:spPr>
        <p:txBody>
          <a:bodyPr anchor="b"/>
          <a:lstStyle/>
          <a:p>
            <a:pPr algn="l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48640" y="1757680"/>
            <a:ext cx="11094415" cy="464312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lnSpc>
          <a:spcPct val="120000"/>
        </a:lnSpc>
        <a:buNone/>
        <a:defRPr sz="2000" b="1">
          <a:solidFill>
            <a:schemeClr val="tx2"/>
          </a:solidFill>
          <a:latin typeface="+mj-lt"/>
        </a:defRPr>
      </a:lvl1pPr>
    </p:titleStyle>
    <p:bodyStyle>
      <a:lvl1pPr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1pPr>
      <a:lvl2pPr marL="1397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2pPr>
      <a:lvl3pPr marL="2794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3pPr>
      <a:lvl4pPr marL="4191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4pPr>
      <a:lvl5pPr marL="5588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5pPr>
      <a:lvl6pPr marL="6985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6pPr>
      <a:lvl7pPr marL="8382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7pPr>
      <a:lvl8pPr marL="9779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8pPr>
      <a:lvl9pPr marL="1117600" algn="l">
        <a:lnSpc>
          <a:spcPct val="120000"/>
        </a:lnSpc>
        <a:spcBef>
          <a:spcPts val="600"/>
        </a:spcBef>
        <a:buNone/>
        <a:defRPr sz="1100">
          <a:solidFill>
            <a:schemeClr val="tx1"/>
          </a:solidFill>
          <a:latin typeface="+mn-lt"/>
        </a:defRPr>
      </a:lvl9pPr>
    </p:bodyStyle>
    <p:otherStyle>
      <a:lvl1pPr algn="l">
        <a:lnSpc>
          <a:spcPct val="120000"/>
        </a:lnSpc>
        <a:buNone/>
        <a:defRPr sz="11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Awareness by band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757680"/>
          <a:ext cx="11094415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 anchor="b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Region</a:t>
                      </a:r>
                    </a:p>
                  </a:txBody>
                  <a:tcPr marL="91440" marR="91440" marT="45720" marB="45720" anchor="b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Total</a:t>
                      </a:r>
                    </a:p>
                  </a:txBody>
                  <a:tcPr marL="91440" marR="91440" marT="45720" marB="45720" anchor="b"/>
                </a:tc>
              </a:tr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 anchor="b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North</a:t>
                      </a:r>
                    </a:p>
                  </a:txBody>
                  <a:tcPr marL="91440" marR="91440" marT="45720" marB="4572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South</a:t>
                      </a:r>
                    </a:p>
                  </a:txBody>
                  <a:tcPr marL="91440" marR="91440" marT="45720" marB="4572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/>
                      </a:r>
                    </a:p>
                  </a:txBody>
                  <a:tcPr marL="91440" marR="91440" marT="45720" marB="45720" anchor="b"/>
                </a:tc>
              </a:tr>
              <a:tr h="228600">
                <a:tc rowSpan="18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Age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40</a:t>
                      </a:r>
                      <a:r>
                        <a:rPr sz="900"/>
                        <a:t xml:space="preserve"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3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4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5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6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7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8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9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10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11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12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13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14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15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16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17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18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 xml:space="preserve">Awareness by band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48640" y="1757680"/>
          <a:ext cx="11094415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 anchor="b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Region</a:t>
                      </a:r>
                    </a:p>
                  </a:txBody>
                  <a:tcPr marL="91440" marR="91440" marT="45720" marB="45720" anchor="b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Total</a:t>
                      </a:r>
                    </a:p>
                  </a:txBody>
                  <a:tcPr marL="91440" marR="91440" marT="45720" marB="45720" anchor="b"/>
                </a:tc>
              </a:tr>
              <a:tr h="228600">
                <a:tc gridSpan="2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 anchor="b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North</a:t>
                      </a:r>
                    </a:p>
                  </a:txBody>
                  <a:tcPr marL="91440" marR="91440" marT="45720" marB="4572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South</a:t>
                      </a:r>
                    </a:p>
                  </a:txBody>
                  <a:tcPr marL="91440" marR="91440" marT="45720" marB="4572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/>
                      </a:r>
                    </a:p>
                  </a:txBody>
                  <a:tcPr marL="91440" marR="91440" marT="45720" marB="45720" anchor="b"/>
                </a:tc>
              </a:tr>
              <a:tr h="228600">
                <a:tc rowSpan="8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Age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19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20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21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22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61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23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24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25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/>
                </a:tc>
              </a:tr>
              <a:tr h="228600">
                <a:tc vMerge="1"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endParaRPr sz="900"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 b="1">
                          <a:solidFill>
                            <a:schemeClr val="bg1"/>
                          </a:solidFill>
                        </a:rPr>
                        <a:t xml:space="preserve">Band 26</a:t>
                      </a:r>
                    </a:p>
                  </a:txBody>
                  <a:tcPr marL="91440" marR="91440" marT="45720" marB="4572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65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35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80"/>
                        </a:lnSpc>
                        <a:buNone/>
                      </a:pPr>
                      <a:r>
                        <a:rPr sz="900"/>
                        <a:t xml:space="preserve">100</a:t>
                      </a:r>
                    </a:p>
                  </a:txBody>
                  <a:tcPr marL="91440" marR="91440" marT="45720" marB="4572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548640" y="4043680"/>
            <a:ext cx="11094415" cy="23571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sz="900">
                <a:solidFill>
                  <a:schemeClr val="accent3"/>
                </a:solidFill>
              </a:rPr>
              <a:t xml:space="preserve">Percentages. Base: all adults.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">
      <a:dk1>
        <a:srgbClr val="1A1A1A"/>
      </a:dk1>
      <a:lt1>
        <a:srgbClr val="FFFFFF"/>
      </a:lt1>
      <a:dk2>
        <a:srgbClr val="111111"/>
      </a:dk2>
      <a:lt2>
        <a:srgbClr val="F4F6F8"/>
      </a:lt2>
      <a:accent1>
        <a:srgbClr val="1F4E79"/>
      </a:accent1>
      <a:accent2>
        <a:srgbClr val="1F4E79"/>
      </a:accent2>
      <a:accent3>
        <a:srgbClr val="6B6B6B"/>
      </a:accent3>
      <a:accent4>
        <a:srgbClr val="D0D0D0"/>
      </a:accent4>
      <a:accent5>
        <a:srgbClr val="FFFFFF"/>
      </a:accent5>
      <a:accent6>
        <a:srgbClr val="FFFFFF"/>
      </a:accent6>
      <a:hlink>
        <a:srgbClr val="1F4E79"/>
      </a:hlink>
      <a:folHlink>
        <a:srgbClr val="6B6B6B"/>
      </a:folHlink>
    </a:clrScheme>
    <a:fontScheme name="default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Vellum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 Table Longer Than A Slide</dc:title>
  <dcterms:created xsi:type="dcterms:W3CDTF">1980-01-01T00:00:00Z</dcterms:created>
  <dcterms:modified xsi:type="dcterms:W3CDTF">1980-01-01T00:00:00Z</dcterms:modified>
</cp:coreProperties>
</file>