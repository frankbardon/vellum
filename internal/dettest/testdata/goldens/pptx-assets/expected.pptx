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png" ContentType="image/png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1"/>
  </p:notesMasterIdLst>
  <p:sldIdLst>
    <p:sldId id="256" r:id="rId3"/>
    <p:sldId id="257" r:id="rId4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notesMaster" Target="notesMasters/notes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571500" y="4572000"/>
            <a:ext cx="5715000" cy="30480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>
      <a:buNone/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The vector rides in an extension on the blip beside the raster.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8640" y="2202180"/>
            <a:ext cx="11094415" cy="1767840"/>
          </a:xfrm>
          <a:prstGeom prst="rect">
            <a:avLst/>
          </a:prstGeom>
        </p:spPr>
        <p:txBody>
          <a:bodyPr anchor="ctr"/>
          <a:lstStyle/>
          <a:p>
            <a:pPr algn="ctr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548640" y="3970020"/>
            <a:ext cx="11094415" cy="132588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48640" y="1757680"/>
            <a:ext cx="11094415" cy="464312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48640" y="1757680"/>
            <a:ext cx="11094415" cy="464312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120000"/>
        </a:lnSpc>
        <a:buNone/>
        <a:defRPr sz="2000" b="1">
          <a:solidFill>
            <a:schemeClr val="tx2"/>
          </a:solidFill>
          <a:latin typeface="+mj-lt"/>
        </a:defRPr>
      </a:lvl1pPr>
    </p:titleStyle>
    <p:bodyStyle>
      <a:lvl1pPr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1pPr>
      <a:lvl2pPr marL="1397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2pPr>
      <a:lvl3pPr marL="2794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3pPr>
      <a:lvl4pPr marL="4191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4pPr>
      <a:lvl5pPr marL="5588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5pPr>
      <a:lvl6pPr marL="6985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6pPr>
      <a:lvl7pPr marL="8382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7pPr>
      <a:lvl8pPr marL="9779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8pPr>
      <a:lvl9pPr marL="11176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9pPr>
    </p:bodyStyle>
    <p:otherStyle>
      <a:lvl1pPr algn="l">
        <a:lnSpc>
          <a:spcPct val="120000"/>
        </a:lnSpc>
        <a:buNone/>
        <a:defRPr sz="11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A raster</a:t>
            </a:r>
          </a:p>
        </p:txBody>
      </p:sp>
      <p:pic>
        <p:nvPicPr>
          <p:cNvPr id="3" name="Picture" descr="A placeholder raster, described for a screen reader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7480"/>
            <a:ext cx="1109441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A vector, with its fallback</a:t>
            </a:r>
          </a:p>
        </p:txBody>
      </p:sp>
      <p:pic>
        <p:nvPicPr>
          <p:cNvPr id="3" name="Picture" descr="A placeholder vector.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27480"/>
            <a:ext cx="1109441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">
      <a:dk1>
        <a:srgbClr val="1A1A1A"/>
      </a:dk1>
      <a:lt1>
        <a:srgbClr val="FFFFFF"/>
      </a:lt1>
      <a:dk2>
        <a:srgbClr val="111111"/>
      </a:dk2>
      <a:lt2>
        <a:srgbClr val="F4F6F8"/>
      </a:lt2>
      <a:accent1>
        <a:srgbClr val="1F4E79"/>
      </a:accent1>
      <a:accent2>
        <a:srgbClr val="1F4E79"/>
      </a:accent2>
      <a:accent3>
        <a:srgbClr val="6B6B6B"/>
      </a:accent3>
      <a:accent4>
        <a:srgbClr val="D0D0D0"/>
      </a:accent4>
      <a:accent5>
        <a:srgbClr val="FFFFFF"/>
      </a:accent5>
      <a:accent6>
        <a:srgbClr val="FFFFFF"/>
      </a:accent6>
      <a:hlink>
        <a:srgbClr val="1F4E79"/>
      </a:hlink>
      <a:folHlink>
        <a:srgbClr val="6B6B6B"/>
      </a:folHlink>
    </a:clrScheme>
    <a:fontScheme name="default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1A1A1A"/>
      </a:dk1>
      <a:lt1>
        <a:srgbClr val="FFFFFF"/>
      </a:lt1>
      <a:dk2>
        <a:srgbClr val="111111"/>
      </a:dk2>
      <a:lt2>
        <a:srgbClr val="F4F6F8"/>
      </a:lt2>
      <a:accent1>
        <a:srgbClr val="1F4E79"/>
      </a:accent1>
      <a:accent2>
        <a:srgbClr val="1F4E79"/>
      </a:accent2>
      <a:accent3>
        <a:srgbClr val="6B6B6B"/>
      </a:accent3>
      <a:accent4>
        <a:srgbClr val="D0D0D0"/>
      </a:accent4>
      <a:accent5>
        <a:srgbClr val="FFFFFF"/>
      </a:accent5>
      <a:accent6>
        <a:srgbClr val="FFFFFF"/>
      </a:accent6>
      <a:hlink>
        <a:srgbClr val="1F4E79"/>
      </a:hlink>
      <a:folHlink>
        <a:srgbClr val="6B6B6B"/>
      </a:folHlink>
    </a:clrScheme>
    <a:fontScheme name="default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Vellum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Pictures In A Deck</dc:title>
  <dcterms:created xsi:type="dcterms:W3CDTF">1980-01-01T00:00:00Z</dcterms:created>
  <dcterms:modified xsi:type="dcterms:W3CDTF">1980-01-01T00:00:00Z</dcterms:modified>
</cp:coreProperties>
</file>